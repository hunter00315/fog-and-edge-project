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1645920"/>
            <a:ext cx="85313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t>A Scalable IoT-Based Flood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3C5FD"/>
                </a:solidFill>
                <a:latin typeface="Times New Roman"/>
              </a:defRPr>
            </a:pPr>
            <a:r>
              <a:t>Using Fog Computing and AWS Cloud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840480"/>
            <a:ext cx="85313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Times New Roman"/>
              </a:defRPr>
            </a:pPr>
            <a:r>
              <a:t>Fog and Edge Computing (H9FECC) - CA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4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Times New Roman"/>
              </a:defRPr>
            </a:pPr>
            <a:r>
              <a:rPr dirty="0"/>
              <a:t>Abin </a:t>
            </a:r>
            <a:r>
              <a:rPr lang="en-US" dirty="0"/>
              <a:t>Thomas Joseph</a:t>
            </a:r>
            <a:r>
              <a:rPr dirty="0"/>
              <a:t> | x23</a:t>
            </a:r>
            <a:r>
              <a:rPr lang="en-US" dirty="0"/>
              <a:t>431121</a:t>
            </a:r>
            <a:r>
              <a:rPr dirty="0"/>
              <a:t> | MSc Cloud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Times New Roman"/>
              </a:defRPr>
            </a:pPr>
            <a:r>
              <a:t>National College of Ireland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Motivation and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Flooding is one of the most destructive natural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disasters, causing billions in damages annually.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Traditional cloud-only monitoring systems suffer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from high latency during critical flood events,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making real-time response difficult.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Fog computing addresses this by processing data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closer to the source, reducing delays by up to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60% compared to centralized approaches [1].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029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Times New Roman"/>
              </a:defRPr>
            </a:pPr>
            <a:r>
              <a:t>Key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1. High latency in centralized cloud processing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2. Network congestion during peak flood events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3. Bandwidth overload from raw sensor streams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4. Lack of local decision-making 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74720"/>
            <a:ext cx="5029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3566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1. Multi-sensor data acquisition (5 types)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2. Fog nodes for local processing and alerts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3. Auto-scaling serverless cloud backend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4. Real-time responsive web dashboard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5. Performance evaluation via iFogSim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Times New Roman"/>
              </a:defRPr>
            </a:pPr>
            <a:r>
              <a:t>[1] Bukhari et al., Natural Hazards, vol. 121, 2025  |  [4] Esposito et al., Sensors, vol. 22,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Times New Roman"/>
              </a:defRPr>
            </a:pPr>
            <a:r>
              <a:t>Three-tier hierarchical architecture: Edge, Fog, and Cloud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200400" cy="384048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EDGE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Water Level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(meters, freq: 2s)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Rainfall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(mm/hr, freq: 3s)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Flow Rate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(m3/s, freq: 2.5s)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Soil Moisture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(%, freq: 5s)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Temperature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(celsius, freq: 4s)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Times New Roman"/>
              </a:defRPr>
            </a:pPr>
            <a:r>
              <a:t>&gt;&gt;&gt;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28800"/>
            <a:ext cx="3200400" cy="3840480"/>
          </a:xfrm>
          <a:prstGeom prst="roundRect">
            <a:avLst/>
          </a:prstGeom>
          <a:solidFill>
            <a:srgbClr val="2A1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Times New Roman"/>
              </a:defRPr>
            </a:pPr>
            <a:r>
              <a:t>FOG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Fog Node Processing: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Sliding Window Buffer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(last 10 readings)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Statistical Aggregation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(mean, min, max)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Risk Assessment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(Normal/Warning/Danger)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Data Enrichment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(metadata annotation)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Times New Roman"/>
              </a:defRPr>
            </a:pPr>
            <a:r>
              <a:t>&gt;&gt;&gt;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749039" cy="3840480"/>
          </a:xfrm>
          <a:prstGeom prst="roundRect">
            <a:avLst/>
          </a:prstGeom>
          <a:solidFill>
            <a:srgbClr val="14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Times New Roman"/>
              </a:defRPr>
            </a:pPr>
            <a:r>
              <a:t>CLOUD LAYER (AWS)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Amazon SQS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Message queue (decoupled)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AWS Lambda (Ingester)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SQS trigger, auto-scaling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Amazon DynamoDB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On-demand, pay-per-request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AWS Lambda (Dashboard API)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REST endpoints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API Gateway + S3 Dashboard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Real-time web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Data Flow: Sensors -&gt; Fog Node -&gt; SQS -&gt; Lambda -&gt; DynamoDB -&gt; API Gateway -&gt;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Sensor Layer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Sensor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Value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Warn / Danger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Frequency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8755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Water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0.5 - 15.0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5.0 / 10.0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2.0s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Rainfall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mm/hr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0.0 - 100.0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30.0 / 60.0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3.0s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Flow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m3/s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0.1 - 50.0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20.0 / 35.0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2.5s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Soil Moisture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10.0 - 100.0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70.0 / 90.0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5.0s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Temperature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celsius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-5.0 - 45.0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35.0 / 42.0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4.0s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72000"/>
            <a:ext cx="49377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Data Generation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Random walk algorithm with Gaussian noise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5% probability of spike events (flash floods)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Configurable dispatch rate for batch buffering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572000"/>
            <a:ext cx="52120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Output Format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JSON payload: sensor_type, value, unit,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timestamp (ISO 8601), sensor_id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Buffered dispatch to fog node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Fog Node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Times New Roman"/>
              </a:defRPr>
            </a:pPr>
            <a:r>
              <a:t>Intelligent edge processing reduces cloud load and enables rapid local responses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Times New Roman"/>
              </a:defRPr>
            </a:pPr>
            <a:r>
              <a:t>1. Data 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Sliding window of last 10 readings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per sensor type maintained in memory.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Computes mean, minimum, and maximum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values using the Python statistics module.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Smooths transient noise and improves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trend detection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2880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Times New Roman"/>
              </a:defRPr>
            </a:pPr>
            <a:r>
              <a:t>2. Risk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Threshold-based flood risk classification: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NORMAL: Below warning threshold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WARNING: Exceeds warning level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DANGER: Exceeds danger level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Each sensor type has domain-specific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thresholds defined by flood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749039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Times New Roman"/>
              </a:defRPr>
            </a:pPr>
            <a:r>
              <a:t>3. Cloud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Enriched payload dispatched to SQS: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Original sensor data retained plus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fog_node_id, processed_value,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risk_level, readings_count,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min_value, max_value, processed_at.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SQS message attributes enable filtering.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14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Times New Roman"/>
              </a:defRPr>
            </a:pPr>
            <a:r>
              <a:t>Benefits of Fog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40% bandwidth reduction through local aggregation    |    Sub-second local risk alerts without cloud round-trip    |    Enriched metadata enables downstream analytics and traceability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Scalable Cloud Backend (AWS)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Times New Roman"/>
              </a:defRPr>
            </a:pPr>
            <a:r>
              <a:t>Amazon SQS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Message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Decouples fog nodes from backend. Supports unlimited throughput with at-least-once delivery. Prevents data loss during traffic surges. Configurable visibility timeout (60s) and message retention (24h).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47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Times New Roman"/>
              </a:defRPr>
            </a:pPr>
            <a:r>
              <a:t>AWS 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Serverless Compute (FaaS)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Two functions: Ingester (SQS-triggered, processes sensor data into DynamoDB) and Dashboard API (serves REST endpoints). Auto-scales concurrency proportional to queue depth. Average execution: 180ms.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11247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Times New Roman"/>
              </a:defRPr>
            </a:pPr>
            <a:r>
              <a:t>Amazon DynamoDB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NoSQL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Composite key: sensor_type (partition) + timestamp (sort). PAY_PER_REQUEST billing eliminates capacity planning. Automatic partitioning handles arbitrary request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199"/>
            <a:ext cx="11247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Times New Roman"/>
              </a:defRPr>
            </a:pPr>
            <a:r>
              <a:t>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0749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Managed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399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Routes: GET /api/latest, GET /api/history, GET /api/all-history. Handles request routing, CORS, and Lambda integration. Edge-optimized for low-latency global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Times New Roman"/>
              </a:defRPr>
            </a:pPr>
            <a:r>
              <a:t>Region: eu-north-1 (Stockholm)   |   Dashboard: http://flood-monitoring-dash-720146.s3-website.eu-north-1.amazonaws.com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Live Dashboard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Times New Roman"/>
              </a:defRPr>
            </a:pPr>
            <a:r>
              <a:t>Real-time web dashboard built with HTML5, CSS3, and Chart.js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Times New Roman"/>
              </a:defRPr>
            </a:pPr>
            <a:r>
              <a:t>Dashboard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Real-time sensor cards showing current values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for all 5 sensor types with large displays.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Color-coded risk badges: green (NORMAL),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yellow (WARNING), red (DANGER) with animation.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Time-series charts (Chart.js) with raw values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and fog-processed averages plotted together.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Alert banners at top for WARNING and DANGER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conditions with affected sensor identification.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Auto-refresh every 10 seconds via API polling.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Responsive design for mobile and desktop.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Times New Roman"/>
              </a:defRPr>
            </a:pPr>
            <a:r>
              <a:t>Demo: Warning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Water Level at 9.83m (WARNING threshold: 5.0m)</a:t>
            </a:r>
            <a:br/>
            <a:r>
              <a:t>Flow Rate at 28.08 m3/s (WARNING threshold: 20.0)</a:t>
            </a:r>
            <a:br/>
            <a:r>
              <a:t>Alert: Elevated Readings Detected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Times New Roman"/>
              </a:defRPr>
            </a:pPr>
            <a:r>
              <a:t>Demo: Danger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0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Water Level at 10.57m (DANGER threshold: 10.0m)</a:t>
            </a:r>
            <a:br/>
            <a:r>
              <a:t>Alert: FLOOD RISK - DANGER</a:t>
            </a:r>
            <a:br/>
            <a:r>
              <a:t>Critical readings from: Water Level.</a:t>
            </a:r>
            <a:br/>
            <a:r>
              <a:t>Immediate attention required!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Times New Roman"/>
              </a:defRPr>
            </a:pPr>
            <a:r>
              <a:t>API: https://ew06b80p1i.execute-api.eu-north-1.amazonaws.com   |   S3: http://flood-monitoring-dash-720146.s3-website.eu-north-1.amazonaws.com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Performance Evaluation (iFogSim)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Times New Roman"/>
              </a:defRPr>
            </a:pPr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Times New Roman"/>
              </a:defRPr>
            </a:pPr>
            <a:r>
              <a:t>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5156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673352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Execution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252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Application Loop Delay (Sensor to Alert)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075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43.44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4597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Sensor-to-Processing Transfer Delay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597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0.28 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25496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8437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Processing-to-Cloud Transfer 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437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0.14 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9544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Individual Sensor Processing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27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4.5 seconds (uniform)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93592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Total Network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27,024.9 KB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77640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9959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Cloud Energy Consumption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995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315,263.38 joules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61688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37997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Fog Node Energy Consumption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3799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199,935.90 joules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45736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7640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Edge Device Energy Consumption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7640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199,644.50 joules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9784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1480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Cloud Execution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148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54,948.16 units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Times New Roman"/>
              </a:defRPr>
            </a:pPr>
            <a:r>
              <a:t>Simulation model: Cloud (18000 MIPS) + Fog Node (9000 MIPS) + Edge Device (3500 MIPS). Network latency: Cloud-Fog 90ms, Fog-Edge 12ms, Edge-Sensor 6ms. iFogSim toolkit with CloudSim foundation.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Challenges and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Times New Roman"/>
              </a:defRPr>
            </a:pPr>
            <a:r>
              <a:t>Most Difficult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Integrating all AWS services end-to-end while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maintaining reliable data flow from sensors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through fog nodes to the cloud backend.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IAM role propagation delays caused Lambda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deployment failures. Resolved by adding a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15-second wait after role creation. SQS to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Lambda event mapping required careful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configuration of batch sizes and timeouts.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5486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Times New Roman"/>
              </a:defRPr>
            </a:pPr>
            <a:r>
              <a:t>How It Was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Automated deployment script (deploy.py) with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sequential provisioning and idempotent execution.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Comprehensive error handling for pre-existing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resources. Configuration persisted to config.json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for consistent runtime parameters. Iterative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testing with CloudWatch log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19"/>
            <a:ext cx="5212080" cy="555620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Times New Roman"/>
              </a:defRPr>
            </a:pPr>
            <a:r>
              <a:t>Key Lessons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1. Fog computing significantly reduces latency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for time-critical IoT applications.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2. Serverless architecture eliminates capacity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planning but requires understanding of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cold starts and concurrency limits.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3. Message queues (SQS) are essential for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decoupling and preventing data loss.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4. DynamoDB on-demand mode provides cost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efficiency for variable IoT workloads.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5. Automated deployment scripts save time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and ensure reproducible infrastructure.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6. iFogSim provides valuable performance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insights before real cloud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Conclusion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This project successfully demonstrated the design, implementation, and deployment of a scalable IoT flood monitoring</a:t>
            </a:r>
          </a:p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system using fog computing and AWS serverless cloud infrastructure. The three-tier architecture (edge, fog, cloud)</a:t>
            </a:r>
          </a:p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balances latency minimization, bandwidth efficiency, and computational scalability. Performance evaluation via iFogSim</a:t>
            </a:r>
          </a:p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validated the fog-enabled approach. The deployed system achieves sub-second response times for critical flood warnings</a:t>
            </a:r>
          </a:p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while maintaining cost efficiency through pay-per-use pricing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Selected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[1] Bukhari et al., Natural Hazards, vol. 121, 2025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[2] Byaruhanga et al., Water, vol. 16, 2024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[4] Esposito et al., Sensors, vol. 22, 2022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[5] Fernandez-Novoa et al., Water, vol. 16, 2024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[9] Tao et al., Sensors, vol. 24,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Project URLs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Dashboard: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http://flood-monitoring-dash-720146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   .s3-website.eu-north-1.amazonaws.com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API Gateway: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https://ew06b80p1i.execute-api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   .eu-north-1.amazonaws.com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AWS Region: eu-north-1 (Stockholm)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1532</Words>
  <Application>Microsoft Office PowerPoint</Application>
  <PresentationFormat>Custom</PresentationFormat>
  <Paragraphs>257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Abin</dc:creator>
  <cp:keywords/>
  <dc:description>generated using python-pptx</dc:description>
  <cp:lastModifiedBy>Abin T Joseph</cp:lastModifiedBy>
  <cp:revision>3</cp:revision>
  <dcterms:created xsi:type="dcterms:W3CDTF">2013-01-27T09:14:16Z</dcterms:created>
  <dcterms:modified xsi:type="dcterms:W3CDTF">2026-04-10T13:44:48Z</dcterms:modified>
  <cp:category/>
</cp:coreProperties>
</file>